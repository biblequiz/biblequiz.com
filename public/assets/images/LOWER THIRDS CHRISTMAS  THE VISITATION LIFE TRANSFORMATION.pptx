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F40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24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83296E-4A3A-4707-BC79-10CF39797F65}" type="datetimeFigureOut">
              <a:rPr lang="en-US" smtClean="0"/>
              <a:t>11/25/2025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274F8F-4797-4284-B1AA-95DABAFA595C}" type="slidenum">
              <a:rPr lang="en-US" smtClean="0"/>
              <a:t>‹#›</a:t>
            </a:fld>
            <a:endParaRPr lang="en-US"/>
          </a:p>
        </p:txBody>
      </p:sp>
    </p:spTree>
    <p:extLst>
      <p:ext uri="{BB962C8B-B14F-4D97-AF65-F5344CB8AC3E}">
        <p14:creationId xmlns:p14="http://schemas.microsoft.com/office/powerpoint/2010/main" val="1425042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274F8F-4797-4284-B1AA-95DABAFA595C}" type="slidenum">
              <a:rPr lang="en-US" smtClean="0"/>
              <a:t>1</a:t>
            </a:fld>
            <a:endParaRPr lang="en-US"/>
          </a:p>
        </p:txBody>
      </p:sp>
    </p:spTree>
    <p:extLst>
      <p:ext uri="{BB962C8B-B14F-4D97-AF65-F5344CB8AC3E}">
        <p14:creationId xmlns:p14="http://schemas.microsoft.com/office/powerpoint/2010/main" val="4236512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A3AC4-7129-8CB2-B441-2158C3383DA4}"/>
              </a:ext>
            </a:extLst>
          </p:cNvPr>
          <p:cNvSpPr>
            <a:spLocks noGrp="1"/>
          </p:cNvSpPr>
          <p:nvPr>
            <p:ph type="ctrTitle"/>
          </p:nvPr>
        </p:nvSpPr>
        <p:spPr>
          <a:xfrm>
            <a:off x="0" y="4925503"/>
            <a:ext cx="12192000" cy="1011025"/>
          </a:xfrm>
        </p:spPr>
        <p:txBody>
          <a:bodyPr anchor="b"/>
          <a:lstStyle>
            <a:lvl1pPr algn="ctr">
              <a:defRPr sz="2800"/>
            </a:lvl1pPr>
          </a:lstStyle>
          <a:p>
            <a:r>
              <a:rPr lang="en-US" dirty="0"/>
              <a:t>Click to edit Master title style</a:t>
            </a:r>
          </a:p>
        </p:txBody>
      </p:sp>
      <p:sp>
        <p:nvSpPr>
          <p:cNvPr id="3" name="Subtitle 2">
            <a:extLst>
              <a:ext uri="{FF2B5EF4-FFF2-40B4-BE49-F238E27FC236}">
                <a16:creationId xmlns:a16="http://schemas.microsoft.com/office/drawing/2014/main" id="{C3BEEA06-3885-231B-B905-C131397A5CB1}"/>
              </a:ext>
            </a:extLst>
          </p:cNvPr>
          <p:cNvSpPr>
            <a:spLocks noGrp="1"/>
          </p:cNvSpPr>
          <p:nvPr>
            <p:ph type="subTitle" idx="1"/>
          </p:nvPr>
        </p:nvSpPr>
        <p:spPr>
          <a:xfrm>
            <a:off x="0" y="5936529"/>
            <a:ext cx="12192000" cy="10110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83527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BCD87-4B5D-6CD9-F918-C28B8F6296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1901E7-81E7-0955-6142-0C3AC32E2C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DABE9D-2C88-23A7-F30F-133766466270}"/>
              </a:ext>
            </a:extLst>
          </p:cNvPr>
          <p:cNvSpPr>
            <a:spLocks noGrp="1"/>
          </p:cNvSpPr>
          <p:nvPr>
            <p:ph type="dt" sz="half" idx="10"/>
          </p:nvPr>
        </p:nvSpPr>
        <p:spPr>
          <a:xfrm>
            <a:off x="838200" y="6356350"/>
            <a:ext cx="2743200" cy="365125"/>
          </a:xfrm>
          <a:prstGeom prst="rect">
            <a:avLst/>
          </a:prstGeom>
        </p:spPr>
        <p:txBody>
          <a:bodyPr/>
          <a:lstStyle/>
          <a:p>
            <a:fld id="{FA011D5B-4B06-4F8C-A0A0-812C2FBD8C9C}" type="datetimeFigureOut">
              <a:rPr lang="en-US" smtClean="0"/>
              <a:t>11/25/2025</a:t>
            </a:fld>
            <a:endParaRPr lang="en-US"/>
          </a:p>
        </p:txBody>
      </p:sp>
      <p:sp>
        <p:nvSpPr>
          <p:cNvPr id="5" name="Footer Placeholder 4">
            <a:extLst>
              <a:ext uri="{FF2B5EF4-FFF2-40B4-BE49-F238E27FC236}">
                <a16:creationId xmlns:a16="http://schemas.microsoft.com/office/drawing/2014/main" id="{D045CA69-B6DD-6302-50B6-FA2D2E7944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160FFBA-C50A-F7EA-F714-61AA1E073D38}"/>
              </a:ext>
            </a:extLst>
          </p:cNvPr>
          <p:cNvSpPr>
            <a:spLocks noGrp="1"/>
          </p:cNvSpPr>
          <p:nvPr>
            <p:ph type="sldNum" sz="quarter" idx="12"/>
          </p:nvPr>
        </p:nvSpPr>
        <p:spPr>
          <a:xfrm>
            <a:off x="8610600" y="6356350"/>
            <a:ext cx="2743200" cy="365125"/>
          </a:xfrm>
          <a:prstGeom prst="rect">
            <a:avLst/>
          </a:prstGeom>
        </p:spPr>
        <p:txBody>
          <a:bodyPr/>
          <a:lstStyle/>
          <a:p>
            <a:fld id="{99CFC75B-E9EC-44B9-AD34-D748863A22B7}" type="slidenum">
              <a:rPr lang="en-US" smtClean="0"/>
              <a:t>‹#›</a:t>
            </a:fld>
            <a:endParaRPr lang="en-US"/>
          </a:p>
        </p:txBody>
      </p:sp>
    </p:spTree>
    <p:extLst>
      <p:ext uri="{BB962C8B-B14F-4D97-AF65-F5344CB8AC3E}">
        <p14:creationId xmlns:p14="http://schemas.microsoft.com/office/powerpoint/2010/main" val="3100021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7BF5F-D55A-35BE-6607-AC80978154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D5254EE-BC2F-7476-B2D7-DDA4EB08B0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C97FDC-3466-33B0-FB7E-2F1AB78E4C5C}"/>
              </a:ext>
            </a:extLst>
          </p:cNvPr>
          <p:cNvSpPr>
            <a:spLocks noGrp="1"/>
          </p:cNvSpPr>
          <p:nvPr>
            <p:ph type="dt" sz="half" idx="10"/>
          </p:nvPr>
        </p:nvSpPr>
        <p:spPr>
          <a:xfrm>
            <a:off x="838200" y="6356350"/>
            <a:ext cx="2743200" cy="365125"/>
          </a:xfrm>
          <a:prstGeom prst="rect">
            <a:avLst/>
          </a:prstGeom>
        </p:spPr>
        <p:txBody>
          <a:bodyPr/>
          <a:lstStyle/>
          <a:p>
            <a:fld id="{FA011D5B-4B06-4F8C-A0A0-812C2FBD8C9C}" type="datetimeFigureOut">
              <a:rPr lang="en-US" smtClean="0"/>
              <a:t>11/25/2025</a:t>
            </a:fld>
            <a:endParaRPr lang="en-US"/>
          </a:p>
        </p:txBody>
      </p:sp>
      <p:sp>
        <p:nvSpPr>
          <p:cNvPr id="5" name="Footer Placeholder 4">
            <a:extLst>
              <a:ext uri="{FF2B5EF4-FFF2-40B4-BE49-F238E27FC236}">
                <a16:creationId xmlns:a16="http://schemas.microsoft.com/office/drawing/2014/main" id="{4A2010E4-A376-EF6B-6BE1-36DB3A2BE1F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EBB1AD3-9014-4C07-C7E7-32D49E5415B6}"/>
              </a:ext>
            </a:extLst>
          </p:cNvPr>
          <p:cNvSpPr>
            <a:spLocks noGrp="1"/>
          </p:cNvSpPr>
          <p:nvPr>
            <p:ph type="sldNum" sz="quarter" idx="12"/>
          </p:nvPr>
        </p:nvSpPr>
        <p:spPr>
          <a:xfrm>
            <a:off x="8610600" y="6356350"/>
            <a:ext cx="2743200" cy="365125"/>
          </a:xfrm>
          <a:prstGeom prst="rect">
            <a:avLst/>
          </a:prstGeom>
        </p:spPr>
        <p:txBody>
          <a:bodyPr/>
          <a:lstStyle/>
          <a:p>
            <a:fld id="{99CFC75B-E9EC-44B9-AD34-D748863A22B7}" type="slidenum">
              <a:rPr lang="en-US" smtClean="0"/>
              <a:t>‹#›</a:t>
            </a:fld>
            <a:endParaRPr lang="en-US"/>
          </a:p>
        </p:txBody>
      </p:sp>
    </p:spTree>
    <p:extLst>
      <p:ext uri="{BB962C8B-B14F-4D97-AF65-F5344CB8AC3E}">
        <p14:creationId xmlns:p14="http://schemas.microsoft.com/office/powerpoint/2010/main" val="3204815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DEF72-76E3-1602-4EAC-65D47EC0BC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6987A9-55B7-58D2-656E-AD7A548B79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767D00-E5C6-9D34-C115-66E7DDC202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D56EA0A-C017-123C-0E52-8F9F2D7CF9EF}"/>
              </a:ext>
            </a:extLst>
          </p:cNvPr>
          <p:cNvSpPr>
            <a:spLocks noGrp="1"/>
          </p:cNvSpPr>
          <p:nvPr>
            <p:ph type="dt" sz="half" idx="10"/>
          </p:nvPr>
        </p:nvSpPr>
        <p:spPr>
          <a:xfrm>
            <a:off x="838200" y="6356350"/>
            <a:ext cx="2743200" cy="365125"/>
          </a:xfrm>
          <a:prstGeom prst="rect">
            <a:avLst/>
          </a:prstGeom>
        </p:spPr>
        <p:txBody>
          <a:bodyPr/>
          <a:lstStyle/>
          <a:p>
            <a:fld id="{FA011D5B-4B06-4F8C-A0A0-812C2FBD8C9C}" type="datetimeFigureOut">
              <a:rPr lang="en-US" smtClean="0"/>
              <a:t>11/25/2025</a:t>
            </a:fld>
            <a:endParaRPr lang="en-US"/>
          </a:p>
        </p:txBody>
      </p:sp>
      <p:sp>
        <p:nvSpPr>
          <p:cNvPr id="6" name="Footer Placeholder 5">
            <a:extLst>
              <a:ext uri="{FF2B5EF4-FFF2-40B4-BE49-F238E27FC236}">
                <a16:creationId xmlns:a16="http://schemas.microsoft.com/office/drawing/2014/main" id="{3EAD9E55-BE59-97C4-E96D-F7A5D505C5C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7F429D1-32A3-E700-B6BC-60E10F66573E}"/>
              </a:ext>
            </a:extLst>
          </p:cNvPr>
          <p:cNvSpPr>
            <a:spLocks noGrp="1"/>
          </p:cNvSpPr>
          <p:nvPr>
            <p:ph type="sldNum" sz="quarter" idx="12"/>
          </p:nvPr>
        </p:nvSpPr>
        <p:spPr>
          <a:xfrm>
            <a:off x="8610600" y="6356350"/>
            <a:ext cx="2743200" cy="365125"/>
          </a:xfrm>
          <a:prstGeom prst="rect">
            <a:avLst/>
          </a:prstGeom>
        </p:spPr>
        <p:txBody>
          <a:bodyPr/>
          <a:lstStyle/>
          <a:p>
            <a:fld id="{99CFC75B-E9EC-44B9-AD34-D748863A22B7}" type="slidenum">
              <a:rPr lang="en-US" smtClean="0"/>
              <a:t>‹#›</a:t>
            </a:fld>
            <a:endParaRPr lang="en-US"/>
          </a:p>
        </p:txBody>
      </p:sp>
    </p:spTree>
    <p:extLst>
      <p:ext uri="{BB962C8B-B14F-4D97-AF65-F5344CB8AC3E}">
        <p14:creationId xmlns:p14="http://schemas.microsoft.com/office/powerpoint/2010/main" val="239222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5E9A2-A657-77EA-335C-95ABDE66681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824EF1-46E1-696C-A25F-9CEE79D66A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C47E7D-4364-981C-6F57-778FD7BA8E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CFADF2-0A6B-B84C-78CD-D15A603160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1070E9-CFF0-EA8C-9368-9608155CA9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D72059-83EE-2CC6-B763-1A0D3DBC04DD}"/>
              </a:ext>
            </a:extLst>
          </p:cNvPr>
          <p:cNvSpPr>
            <a:spLocks noGrp="1"/>
          </p:cNvSpPr>
          <p:nvPr>
            <p:ph type="dt" sz="half" idx="10"/>
          </p:nvPr>
        </p:nvSpPr>
        <p:spPr>
          <a:xfrm>
            <a:off x="838200" y="6356350"/>
            <a:ext cx="2743200" cy="365125"/>
          </a:xfrm>
          <a:prstGeom prst="rect">
            <a:avLst/>
          </a:prstGeom>
        </p:spPr>
        <p:txBody>
          <a:bodyPr/>
          <a:lstStyle/>
          <a:p>
            <a:fld id="{FA011D5B-4B06-4F8C-A0A0-812C2FBD8C9C}" type="datetimeFigureOut">
              <a:rPr lang="en-US" smtClean="0"/>
              <a:t>11/25/2025</a:t>
            </a:fld>
            <a:endParaRPr lang="en-US"/>
          </a:p>
        </p:txBody>
      </p:sp>
      <p:sp>
        <p:nvSpPr>
          <p:cNvPr id="8" name="Footer Placeholder 7">
            <a:extLst>
              <a:ext uri="{FF2B5EF4-FFF2-40B4-BE49-F238E27FC236}">
                <a16:creationId xmlns:a16="http://schemas.microsoft.com/office/drawing/2014/main" id="{497727E1-8623-85B5-7101-810934B0995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1AEB7B1B-494E-49B4-1C99-732F49DB0490}"/>
              </a:ext>
            </a:extLst>
          </p:cNvPr>
          <p:cNvSpPr>
            <a:spLocks noGrp="1"/>
          </p:cNvSpPr>
          <p:nvPr>
            <p:ph type="sldNum" sz="quarter" idx="12"/>
          </p:nvPr>
        </p:nvSpPr>
        <p:spPr>
          <a:xfrm>
            <a:off x="8610600" y="6356350"/>
            <a:ext cx="2743200" cy="365125"/>
          </a:xfrm>
          <a:prstGeom prst="rect">
            <a:avLst/>
          </a:prstGeom>
        </p:spPr>
        <p:txBody>
          <a:bodyPr/>
          <a:lstStyle/>
          <a:p>
            <a:fld id="{99CFC75B-E9EC-44B9-AD34-D748863A22B7}" type="slidenum">
              <a:rPr lang="en-US" smtClean="0"/>
              <a:t>‹#›</a:t>
            </a:fld>
            <a:endParaRPr lang="en-US"/>
          </a:p>
        </p:txBody>
      </p:sp>
    </p:spTree>
    <p:extLst>
      <p:ext uri="{BB962C8B-B14F-4D97-AF65-F5344CB8AC3E}">
        <p14:creationId xmlns:p14="http://schemas.microsoft.com/office/powerpoint/2010/main" val="2051162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BBD8C-7978-5AA3-6831-832F32A718F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029BDA-EA4A-A2E8-F978-370EE4C09230}"/>
              </a:ext>
            </a:extLst>
          </p:cNvPr>
          <p:cNvSpPr>
            <a:spLocks noGrp="1"/>
          </p:cNvSpPr>
          <p:nvPr>
            <p:ph type="dt" sz="half" idx="10"/>
          </p:nvPr>
        </p:nvSpPr>
        <p:spPr>
          <a:xfrm>
            <a:off x="838200" y="6356350"/>
            <a:ext cx="2743200" cy="365125"/>
          </a:xfrm>
          <a:prstGeom prst="rect">
            <a:avLst/>
          </a:prstGeom>
        </p:spPr>
        <p:txBody>
          <a:bodyPr/>
          <a:lstStyle/>
          <a:p>
            <a:fld id="{FA011D5B-4B06-4F8C-A0A0-812C2FBD8C9C}" type="datetimeFigureOut">
              <a:rPr lang="en-US" smtClean="0"/>
              <a:t>11/25/2025</a:t>
            </a:fld>
            <a:endParaRPr lang="en-US"/>
          </a:p>
        </p:txBody>
      </p:sp>
      <p:sp>
        <p:nvSpPr>
          <p:cNvPr id="4" name="Footer Placeholder 3">
            <a:extLst>
              <a:ext uri="{FF2B5EF4-FFF2-40B4-BE49-F238E27FC236}">
                <a16:creationId xmlns:a16="http://schemas.microsoft.com/office/drawing/2014/main" id="{D6E56C96-99EC-9A1A-1002-A2424023130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F01E9627-054D-5716-7515-EF9267D7055E}"/>
              </a:ext>
            </a:extLst>
          </p:cNvPr>
          <p:cNvSpPr>
            <a:spLocks noGrp="1"/>
          </p:cNvSpPr>
          <p:nvPr>
            <p:ph type="sldNum" sz="quarter" idx="12"/>
          </p:nvPr>
        </p:nvSpPr>
        <p:spPr>
          <a:xfrm>
            <a:off x="8610600" y="6356350"/>
            <a:ext cx="2743200" cy="365125"/>
          </a:xfrm>
          <a:prstGeom prst="rect">
            <a:avLst/>
          </a:prstGeom>
        </p:spPr>
        <p:txBody>
          <a:bodyPr/>
          <a:lstStyle/>
          <a:p>
            <a:fld id="{99CFC75B-E9EC-44B9-AD34-D748863A22B7}" type="slidenum">
              <a:rPr lang="en-US" smtClean="0"/>
              <a:t>‹#›</a:t>
            </a:fld>
            <a:endParaRPr lang="en-US"/>
          </a:p>
        </p:txBody>
      </p:sp>
    </p:spTree>
    <p:extLst>
      <p:ext uri="{BB962C8B-B14F-4D97-AF65-F5344CB8AC3E}">
        <p14:creationId xmlns:p14="http://schemas.microsoft.com/office/powerpoint/2010/main" val="500753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1CC70C-E899-9387-AA47-BB624E7A78FA}"/>
              </a:ext>
            </a:extLst>
          </p:cNvPr>
          <p:cNvSpPr>
            <a:spLocks noGrp="1"/>
          </p:cNvSpPr>
          <p:nvPr>
            <p:ph type="dt" sz="half" idx="10"/>
          </p:nvPr>
        </p:nvSpPr>
        <p:spPr>
          <a:xfrm>
            <a:off x="838200" y="6356350"/>
            <a:ext cx="2743200" cy="365125"/>
          </a:xfrm>
          <a:prstGeom prst="rect">
            <a:avLst/>
          </a:prstGeom>
        </p:spPr>
        <p:txBody>
          <a:bodyPr/>
          <a:lstStyle/>
          <a:p>
            <a:fld id="{FA011D5B-4B06-4F8C-A0A0-812C2FBD8C9C}" type="datetimeFigureOut">
              <a:rPr lang="en-US" smtClean="0"/>
              <a:t>11/25/2025</a:t>
            </a:fld>
            <a:endParaRPr lang="en-US"/>
          </a:p>
        </p:txBody>
      </p:sp>
      <p:sp>
        <p:nvSpPr>
          <p:cNvPr id="3" name="Footer Placeholder 2">
            <a:extLst>
              <a:ext uri="{FF2B5EF4-FFF2-40B4-BE49-F238E27FC236}">
                <a16:creationId xmlns:a16="http://schemas.microsoft.com/office/drawing/2014/main" id="{BF4B1B67-31D4-25E6-D9F6-48105DDA626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C3548AD5-1607-48CC-960F-60986EA90BE6}"/>
              </a:ext>
            </a:extLst>
          </p:cNvPr>
          <p:cNvSpPr>
            <a:spLocks noGrp="1"/>
          </p:cNvSpPr>
          <p:nvPr>
            <p:ph type="sldNum" sz="quarter" idx="12"/>
          </p:nvPr>
        </p:nvSpPr>
        <p:spPr>
          <a:xfrm>
            <a:off x="8610600" y="6356350"/>
            <a:ext cx="2743200" cy="365125"/>
          </a:xfrm>
          <a:prstGeom prst="rect">
            <a:avLst/>
          </a:prstGeom>
        </p:spPr>
        <p:txBody>
          <a:bodyPr/>
          <a:lstStyle/>
          <a:p>
            <a:fld id="{99CFC75B-E9EC-44B9-AD34-D748863A22B7}" type="slidenum">
              <a:rPr lang="en-US" smtClean="0"/>
              <a:t>‹#›</a:t>
            </a:fld>
            <a:endParaRPr lang="en-US"/>
          </a:p>
        </p:txBody>
      </p:sp>
    </p:spTree>
    <p:extLst>
      <p:ext uri="{BB962C8B-B14F-4D97-AF65-F5344CB8AC3E}">
        <p14:creationId xmlns:p14="http://schemas.microsoft.com/office/powerpoint/2010/main" val="3688023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DDBDE-1A49-7483-4358-E6311E76FB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0D5EA7-3A52-FF17-98F5-6E96E25D1A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708959-6196-7988-1E6A-54E7BD7AEB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204A4B-1111-FB1B-637E-0197E922C19F}"/>
              </a:ext>
            </a:extLst>
          </p:cNvPr>
          <p:cNvSpPr>
            <a:spLocks noGrp="1"/>
          </p:cNvSpPr>
          <p:nvPr>
            <p:ph type="dt" sz="half" idx="10"/>
          </p:nvPr>
        </p:nvSpPr>
        <p:spPr>
          <a:xfrm>
            <a:off x="838200" y="6356350"/>
            <a:ext cx="2743200" cy="365125"/>
          </a:xfrm>
          <a:prstGeom prst="rect">
            <a:avLst/>
          </a:prstGeom>
        </p:spPr>
        <p:txBody>
          <a:bodyPr/>
          <a:lstStyle/>
          <a:p>
            <a:fld id="{FA011D5B-4B06-4F8C-A0A0-812C2FBD8C9C}" type="datetimeFigureOut">
              <a:rPr lang="en-US" smtClean="0"/>
              <a:t>11/25/2025</a:t>
            </a:fld>
            <a:endParaRPr lang="en-US"/>
          </a:p>
        </p:txBody>
      </p:sp>
      <p:sp>
        <p:nvSpPr>
          <p:cNvPr id="6" name="Footer Placeholder 5">
            <a:extLst>
              <a:ext uri="{FF2B5EF4-FFF2-40B4-BE49-F238E27FC236}">
                <a16:creationId xmlns:a16="http://schemas.microsoft.com/office/drawing/2014/main" id="{2D44B28D-A43D-8F9C-AA0F-6101B9CEEA0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56B005B-2C80-4519-1638-486776DE7C08}"/>
              </a:ext>
            </a:extLst>
          </p:cNvPr>
          <p:cNvSpPr>
            <a:spLocks noGrp="1"/>
          </p:cNvSpPr>
          <p:nvPr>
            <p:ph type="sldNum" sz="quarter" idx="12"/>
          </p:nvPr>
        </p:nvSpPr>
        <p:spPr>
          <a:xfrm>
            <a:off x="8610600" y="6356350"/>
            <a:ext cx="2743200" cy="365125"/>
          </a:xfrm>
          <a:prstGeom prst="rect">
            <a:avLst/>
          </a:prstGeom>
        </p:spPr>
        <p:txBody>
          <a:bodyPr/>
          <a:lstStyle/>
          <a:p>
            <a:fld id="{99CFC75B-E9EC-44B9-AD34-D748863A22B7}" type="slidenum">
              <a:rPr lang="en-US" smtClean="0"/>
              <a:t>‹#›</a:t>
            </a:fld>
            <a:endParaRPr lang="en-US"/>
          </a:p>
        </p:txBody>
      </p:sp>
    </p:spTree>
    <p:extLst>
      <p:ext uri="{BB962C8B-B14F-4D97-AF65-F5344CB8AC3E}">
        <p14:creationId xmlns:p14="http://schemas.microsoft.com/office/powerpoint/2010/main" val="413180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C13E0-7639-24D8-0C77-F42ABD50BF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805B14C-A2F9-6DB6-CF3B-620DF95342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CAFC53-3626-AB35-F526-06AA6E8072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261FC0-E5B8-0369-069F-26BFE2F00108}"/>
              </a:ext>
            </a:extLst>
          </p:cNvPr>
          <p:cNvSpPr>
            <a:spLocks noGrp="1"/>
          </p:cNvSpPr>
          <p:nvPr>
            <p:ph type="dt" sz="half" idx="10"/>
          </p:nvPr>
        </p:nvSpPr>
        <p:spPr>
          <a:xfrm>
            <a:off x="838200" y="6356350"/>
            <a:ext cx="2743200" cy="365125"/>
          </a:xfrm>
          <a:prstGeom prst="rect">
            <a:avLst/>
          </a:prstGeom>
        </p:spPr>
        <p:txBody>
          <a:bodyPr/>
          <a:lstStyle/>
          <a:p>
            <a:fld id="{FA011D5B-4B06-4F8C-A0A0-812C2FBD8C9C}" type="datetimeFigureOut">
              <a:rPr lang="en-US" smtClean="0"/>
              <a:t>11/25/2025</a:t>
            </a:fld>
            <a:endParaRPr lang="en-US"/>
          </a:p>
        </p:txBody>
      </p:sp>
      <p:sp>
        <p:nvSpPr>
          <p:cNvPr id="6" name="Footer Placeholder 5">
            <a:extLst>
              <a:ext uri="{FF2B5EF4-FFF2-40B4-BE49-F238E27FC236}">
                <a16:creationId xmlns:a16="http://schemas.microsoft.com/office/drawing/2014/main" id="{1AC4ECA1-0DF7-7289-248F-D49668CC47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84B5889-93BA-4685-A136-E626B91BAB04}"/>
              </a:ext>
            </a:extLst>
          </p:cNvPr>
          <p:cNvSpPr>
            <a:spLocks noGrp="1"/>
          </p:cNvSpPr>
          <p:nvPr>
            <p:ph type="sldNum" sz="quarter" idx="12"/>
          </p:nvPr>
        </p:nvSpPr>
        <p:spPr>
          <a:xfrm>
            <a:off x="8610600" y="6356350"/>
            <a:ext cx="2743200" cy="365125"/>
          </a:xfrm>
          <a:prstGeom prst="rect">
            <a:avLst/>
          </a:prstGeom>
        </p:spPr>
        <p:txBody>
          <a:bodyPr/>
          <a:lstStyle/>
          <a:p>
            <a:fld id="{99CFC75B-E9EC-44B9-AD34-D748863A22B7}" type="slidenum">
              <a:rPr lang="en-US" smtClean="0"/>
              <a:t>‹#›</a:t>
            </a:fld>
            <a:endParaRPr lang="en-US"/>
          </a:p>
        </p:txBody>
      </p:sp>
    </p:spTree>
    <p:extLst>
      <p:ext uri="{BB962C8B-B14F-4D97-AF65-F5344CB8AC3E}">
        <p14:creationId xmlns:p14="http://schemas.microsoft.com/office/powerpoint/2010/main" val="2548258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64CEA-DEC6-096A-5473-E2CA0920A43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8F363C-9931-F1F7-C01D-4BCE707BF6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55FD9C-A26F-9299-36B9-C90B18E0B585}"/>
              </a:ext>
            </a:extLst>
          </p:cNvPr>
          <p:cNvSpPr>
            <a:spLocks noGrp="1"/>
          </p:cNvSpPr>
          <p:nvPr>
            <p:ph type="dt" sz="half" idx="10"/>
          </p:nvPr>
        </p:nvSpPr>
        <p:spPr>
          <a:xfrm>
            <a:off x="838200" y="6356350"/>
            <a:ext cx="2743200" cy="365125"/>
          </a:xfrm>
          <a:prstGeom prst="rect">
            <a:avLst/>
          </a:prstGeom>
        </p:spPr>
        <p:txBody>
          <a:bodyPr/>
          <a:lstStyle/>
          <a:p>
            <a:fld id="{FA011D5B-4B06-4F8C-A0A0-812C2FBD8C9C}" type="datetimeFigureOut">
              <a:rPr lang="en-US" smtClean="0"/>
              <a:t>11/25/2025</a:t>
            </a:fld>
            <a:endParaRPr lang="en-US"/>
          </a:p>
        </p:txBody>
      </p:sp>
      <p:sp>
        <p:nvSpPr>
          <p:cNvPr id="5" name="Footer Placeholder 4">
            <a:extLst>
              <a:ext uri="{FF2B5EF4-FFF2-40B4-BE49-F238E27FC236}">
                <a16:creationId xmlns:a16="http://schemas.microsoft.com/office/drawing/2014/main" id="{F3B161A4-2358-38A1-2079-0E6F775A9EC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C057C11-95F5-CC7B-CC07-50E67C194E99}"/>
              </a:ext>
            </a:extLst>
          </p:cNvPr>
          <p:cNvSpPr>
            <a:spLocks noGrp="1"/>
          </p:cNvSpPr>
          <p:nvPr>
            <p:ph type="sldNum" sz="quarter" idx="12"/>
          </p:nvPr>
        </p:nvSpPr>
        <p:spPr>
          <a:xfrm>
            <a:off x="8610600" y="6356350"/>
            <a:ext cx="2743200" cy="365125"/>
          </a:xfrm>
          <a:prstGeom prst="rect">
            <a:avLst/>
          </a:prstGeom>
        </p:spPr>
        <p:txBody>
          <a:bodyPr/>
          <a:lstStyle/>
          <a:p>
            <a:fld id="{99CFC75B-E9EC-44B9-AD34-D748863A22B7}" type="slidenum">
              <a:rPr lang="en-US" smtClean="0"/>
              <a:t>‹#›</a:t>
            </a:fld>
            <a:endParaRPr lang="en-US"/>
          </a:p>
        </p:txBody>
      </p:sp>
    </p:spTree>
    <p:extLst>
      <p:ext uri="{BB962C8B-B14F-4D97-AF65-F5344CB8AC3E}">
        <p14:creationId xmlns:p14="http://schemas.microsoft.com/office/powerpoint/2010/main" val="95343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45FC67-FCCB-67D4-9D58-9B3FF236367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E5C8CA7-467E-9E63-652C-78D6B89F22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C1C30E-F8D9-CE88-1A9E-D5DC9AF92CD5}"/>
              </a:ext>
            </a:extLst>
          </p:cNvPr>
          <p:cNvSpPr>
            <a:spLocks noGrp="1"/>
          </p:cNvSpPr>
          <p:nvPr>
            <p:ph type="dt" sz="half" idx="10"/>
          </p:nvPr>
        </p:nvSpPr>
        <p:spPr>
          <a:xfrm>
            <a:off x="838200" y="6356350"/>
            <a:ext cx="2743200" cy="365125"/>
          </a:xfrm>
          <a:prstGeom prst="rect">
            <a:avLst/>
          </a:prstGeom>
        </p:spPr>
        <p:txBody>
          <a:bodyPr/>
          <a:lstStyle/>
          <a:p>
            <a:fld id="{FA011D5B-4B06-4F8C-A0A0-812C2FBD8C9C}" type="datetimeFigureOut">
              <a:rPr lang="en-US" smtClean="0"/>
              <a:t>11/25/2025</a:t>
            </a:fld>
            <a:endParaRPr lang="en-US"/>
          </a:p>
        </p:txBody>
      </p:sp>
      <p:sp>
        <p:nvSpPr>
          <p:cNvPr id="5" name="Footer Placeholder 4">
            <a:extLst>
              <a:ext uri="{FF2B5EF4-FFF2-40B4-BE49-F238E27FC236}">
                <a16:creationId xmlns:a16="http://schemas.microsoft.com/office/drawing/2014/main" id="{786677F1-47D3-2B12-FF2B-CC47D8AA5AD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33BE19B6-3136-A60D-EFC7-B6C33060F643}"/>
              </a:ext>
            </a:extLst>
          </p:cNvPr>
          <p:cNvSpPr>
            <a:spLocks noGrp="1"/>
          </p:cNvSpPr>
          <p:nvPr>
            <p:ph type="sldNum" sz="quarter" idx="12"/>
          </p:nvPr>
        </p:nvSpPr>
        <p:spPr>
          <a:xfrm>
            <a:off x="8610600" y="6356350"/>
            <a:ext cx="2743200" cy="365125"/>
          </a:xfrm>
          <a:prstGeom prst="rect">
            <a:avLst/>
          </a:prstGeom>
        </p:spPr>
        <p:txBody>
          <a:bodyPr/>
          <a:lstStyle/>
          <a:p>
            <a:fld id="{99CFC75B-E9EC-44B9-AD34-D748863A22B7}" type="slidenum">
              <a:rPr lang="en-US" smtClean="0"/>
              <a:t>‹#›</a:t>
            </a:fld>
            <a:endParaRPr lang="en-US"/>
          </a:p>
        </p:txBody>
      </p:sp>
    </p:spTree>
    <p:extLst>
      <p:ext uri="{BB962C8B-B14F-4D97-AF65-F5344CB8AC3E}">
        <p14:creationId xmlns:p14="http://schemas.microsoft.com/office/powerpoint/2010/main" val="1641597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4F404"/>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E993F7-DF12-427A-634B-52DAC8788CF9}"/>
              </a:ext>
            </a:extLst>
          </p:cNvPr>
          <p:cNvSpPr>
            <a:spLocks noGrp="1"/>
          </p:cNvSpPr>
          <p:nvPr>
            <p:ph type="title"/>
          </p:nvPr>
        </p:nvSpPr>
        <p:spPr>
          <a:xfrm>
            <a:off x="0" y="5517979"/>
            <a:ext cx="12192000" cy="48332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82550607-D416-C743-6BDF-F8BE3AE9522C}"/>
              </a:ext>
            </a:extLst>
          </p:cNvPr>
          <p:cNvSpPr>
            <a:spLocks noGrp="1"/>
          </p:cNvSpPr>
          <p:nvPr>
            <p:ph type="body" idx="1"/>
          </p:nvPr>
        </p:nvSpPr>
        <p:spPr>
          <a:xfrm>
            <a:off x="0" y="6001304"/>
            <a:ext cx="12192000" cy="85669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descr="A purple and yellow lights&#10;&#10;AI-generated content may be incorrect.">
            <a:extLst>
              <a:ext uri="{FF2B5EF4-FFF2-40B4-BE49-F238E27FC236}">
                <a16:creationId xmlns:a16="http://schemas.microsoft.com/office/drawing/2014/main" id="{3AE43995-D92F-4D42-197C-97B67FEF60D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1"/>
            <a:ext cx="12191998" cy="6857998"/>
          </a:xfrm>
          <a:prstGeom prst="rect">
            <a:avLst/>
          </a:prstGeom>
        </p:spPr>
      </p:pic>
    </p:spTree>
    <p:extLst>
      <p:ext uri="{BB962C8B-B14F-4D97-AF65-F5344CB8AC3E}">
        <p14:creationId xmlns:p14="http://schemas.microsoft.com/office/powerpoint/2010/main" val="376849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2800" kern="120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urple text with white text">
            <a:extLst>
              <a:ext uri="{FF2B5EF4-FFF2-40B4-BE49-F238E27FC236}">
                <a16:creationId xmlns:a16="http://schemas.microsoft.com/office/drawing/2014/main" id="{3A4F2E1E-D95A-1449-6D04-B9275AA253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71501" y="5292210"/>
            <a:ext cx="5353797" cy="1105054"/>
          </a:xfrm>
          <a:prstGeom prst="rect">
            <a:avLst/>
          </a:prstGeom>
        </p:spPr>
      </p:pic>
    </p:spTree>
    <p:extLst>
      <p:ext uri="{BB962C8B-B14F-4D97-AF65-F5344CB8AC3E}">
        <p14:creationId xmlns:p14="http://schemas.microsoft.com/office/powerpoint/2010/main" val="1545954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D6666-3D71-E49F-945F-565DCD7639C4}"/>
              </a:ext>
            </a:extLst>
          </p:cNvPr>
          <p:cNvSpPr>
            <a:spLocks noGrp="1"/>
          </p:cNvSpPr>
          <p:nvPr>
            <p:ph type="title"/>
          </p:nvPr>
        </p:nvSpPr>
        <p:spPr>
          <a:xfrm>
            <a:off x="0" y="4917904"/>
            <a:ext cx="12192000" cy="483325"/>
          </a:xfrm>
        </p:spPr>
        <p:txBody>
          <a:bodyPr/>
          <a:lstStyle/>
          <a:p>
            <a:r>
              <a:rPr lang="en-US" dirty="0"/>
              <a:t>LUKE 18:31-32</a:t>
            </a:r>
          </a:p>
        </p:txBody>
      </p:sp>
      <p:sp>
        <p:nvSpPr>
          <p:cNvPr id="3" name="Content Placeholder 2">
            <a:extLst>
              <a:ext uri="{FF2B5EF4-FFF2-40B4-BE49-F238E27FC236}">
                <a16:creationId xmlns:a16="http://schemas.microsoft.com/office/drawing/2014/main" id="{7EE00DF8-F42B-F0B8-FA17-5C47A0F37041}"/>
              </a:ext>
            </a:extLst>
          </p:cNvPr>
          <p:cNvSpPr>
            <a:spLocks noGrp="1"/>
          </p:cNvSpPr>
          <p:nvPr>
            <p:ph idx="1"/>
          </p:nvPr>
        </p:nvSpPr>
        <p:spPr>
          <a:xfrm>
            <a:off x="0" y="5401229"/>
            <a:ext cx="12192000" cy="1456771"/>
          </a:xfrm>
        </p:spPr>
        <p:txBody>
          <a:bodyPr/>
          <a:lstStyle/>
          <a:p>
            <a:pPr marL="0" indent="0">
              <a:buNone/>
            </a:pPr>
            <a:r>
              <a:rPr lang="en-US" b="1" baseline="30000" dirty="0"/>
              <a:t>31 </a:t>
            </a:r>
            <a:r>
              <a:rPr lang="en-US" dirty="0"/>
              <a:t>And taking the twelve, he said to them, “See, we are going up to Jerusalem, and everything that is written about the Son of Man by the prophets will be accomplished. </a:t>
            </a:r>
            <a:r>
              <a:rPr lang="en-US" b="1" baseline="30000" dirty="0"/>
              <a:t>32 </a:t>
            </a:r>
            <a:r>
              <a:rPr lang="en-US" dirty="0"/>
              <a:t>For he will be delivered over to the Gentiles and will be mocked and shamefully treated and spit upon. </a:t>
            </a:r>
          </a:p>
        </p:txBody>
      </p:sp>
    </p:spTree>
    <p:extLst>
      <p:ext uri="{BB962C8B-B14F-4D97-AF65-F5344CB8AC3E}">
        <p14:creationId xmlns:p14="http://schemas.microsoft.com/office/powerpoint/2010/main" val="196478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FED94-F6CC-8C68-FB22-001235830C41}"/>
              </a:ext>
            </a:extLst>
          </p:cNvPr>
          <p:cNvSpPr>
            <a:spLocks noGrp="1"/>
          </p:cNvSpPr>
          <p:nvPr>
            <p:ph type="title"/>
          </p:nvPr>
        </p:nvSpPr>
        <p:spPr>
          <a:xfrm>
            <a:off x="0" y="4898854"/>
            <a:ext cx="12192000" cy="483325"/>
          </a:xfrm>
        </p:spPr>
        <p:txBody>
          <a:bodyPr/>
          <a:lstStyle/>
          <a:p>
            <a:r>
              <a:rPr lang="en-US" dirty="0"/>
              <a:t>LUKE 18:33-34</a:t>
            </a:r>
          </a:p>
        </p:txBody>
      </p:sp>
      <p:sp>
        <p:nvSpPr>
          <p:cNvPr id="3" name="Content Placeholder 2">
            <a:extLst>
              <a:ext uri="{FF2B5EF4-FFF2-40B4-BE49-F238E27FC236}">
                <a16:creationId xmlns:a16="http://schemas.microsoft.com/office/drawing/2014/main" id="{CEE58A7F-DDEC-0929-614A-2AEBB65327B6}"/>
              </a:ext>
            </a:extLst>
          </p:cNvPr>
          <p:cNvSpPr>
            <a:spLocks noGrp="1"/>
          </p:cNvSpPr>
          <p:nvPr>
            <p:ph idx="1"/>
          </p:nvPr>
        </p:nvSpPr>
        <p:spPr>
          <a:xfrm>
            <a:off x="0" y="5382180"/>
            <a:ext cx="12192000" cy="1475820"/>
          </a:xfrm>
        </p:spPr>
        <p:txBody>
          <a:bodyPr/>
          <a:lstStyle/>
          <a:p>
            <a:pPr marL="0" indent="0">
              <a:buNone/>
            </a:pPr>
            <a:r>
              <a:rPr lang="en-US" b="1" baseline="30000" dirty="0"/>
              <a:t>33 </a:t>
            </a:r>
            <a:r>
              <a:rPr lang="en-US" dirty="0"/>
              <a:t>And after flogging him, they will kill him, and on the third day he will rise.” </a:t>
            </a:r>
            <a:r>
              <a:rPr lang="en-US" b="1" baseline="30000" dirty="0"/>
              <a:t>34 </a:t>
            </a:r>
            <a:r>
              <a:rPr lang="en-US" dirty="0"/>
              <a:t>But they understood none of these things. This saying was hidden from them, and they did not grasp what was said.</a:t>
            </a:r>
          </a:p>
        </p:txBody>
      </p:sp>
    </p:spTree>
    <p:extLst>
      <p:ext uri="{BB962C8B-B14F-4D97-AF65-F5344CB8AC3E}">
        <p14:creationId xmlns:p14="http://schemas.microsoft.com/office/powerpoint/2010/main" val="1300697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EA619-94F3-63B6-3F2C-8B2E2DBFFB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BD45D-4689-55B2-C4F0-04EA46CAAF1C}"/>
              </a:ext>
            </a:extLst>
          </p:cNvPr>
          <p:cNvSpPr>
            <a:spLocks noGrp="1"/>
          </p:cNvSpPr>
          <p:nvPr>
            <p:ph type="title"/>
          </p:nvPr>
        </p:nvSpPr>
        <p:spPr>
          <a:xfrm>
            <a:off x="0" y="4898854"/>
            <a:ext cx="12192000" cy="483325"/>
          </a:xfrm>
        </p:spPr>
        <p:txBody>
          <a:bodyPr/>
          <a:lstStyle/>
          <a:p>
            <a:r>
              <a:rPr lang="en-US" dirty="0"/>
              <a:t>LUKE 18:35-36</a:t>
            </a:r>
          </a:p>
        </p:txBody>
      </p:sp>
      <p:sp>
        <p:nvSpPr>
          <p:cNvPr id="3" name="Content Placeholder 2">
            <a:extLst>
              <a:ext uri="{FF2B5EF4-FFF2-40B4-BE49-F238E27FC236}">
                <a16:creationId xmlns:a16="http://schemas.microsoft.com/office/drawing/2014/main" id="{F2B9C038-CD3A-DB88-E46D-D43F34F8757A}"/>
              </a:ext>
            </a:extLst>
          </p:cNvPr>
          <p:cNvSpPr>
            <a:spLocks noGrp="1"/>
          </p:cNvSpPr>
          <p:nvPr>
            <p:ph idx="1"/>
          </p:nvPr>
        </p:nvSpPr>
        <p:spPr>
          <a:xfrm>
            <a:off x="0" y="5382180"/>
            <a:ext cx="12192000" cy="1475820"/>
          </a:xfrm>
        </p:spPr>
        <p:txBody>
          <a:bodyPr/>
          <a:lstStyle/>
          <a:p>
            <a:pPr marL="0" indent="0">
              <a:buNone/>
            </a:pPr>
            <a:r>
              <a:rPr lang="en-US" b="1" baseline="30000" dirty="0"/>
              <a:t>35 </a:t>
            </a:r>
            <a:r>
              <a:rPr lang="en-US" dirty="0"/>
              <a:t>As he drew near to Jericho, a blind man was sitting by the roadside begging. </a:t>
            </a:r>
            <a:r>
              <a:rPr lang="en-US" b="1" baseline="30000" dirty="0"/>
              <a:t>36 </a:t>
            </a:r>
            <a:r>
              <a:rPr lang="en-US" dirty="0"/>
              <a:t>And hearing a crowd going by, he inquired what this meant. </a:t>
            </a:r>
          </a:p>
        </p:txBody>
      </p:sp>
    </p:spTree>
    <p:extLst>
      <p:ext uri="{BB962C8B-B14F-4D97-AF65-F5344CB8AC3E}">
        <p14:creationId xmlns:p14="http://schemas.microsoft.com/office/powerpoint/2010/main" val="33926690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07E64-6B2B-909B-8D81-E9E0A7DFD7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A623E-7A53-70F5-F427-35C2B074B3E0}"/>
              </a:ext>
            </a:extLst>
          </p:cNvPr>
          <p:cNvSpPr>
            <a:spLocks noGrp="1"/>
          </p:cNvSpPr>
          <p:nvPr>
            <p:ph type="title"/>
          </p:nvPr>
        </p:nvSpPr>
        <p:spPr>
          <a:xfrm>
            <a:off x="0" y="4898854"/>
            <a:ext cx="12192000" cy="483325"/>
          </a:xfrm>
        </p:spPr>
        <p:txBody>
          <a:bodyPr/>
          <a:lstStyle/>
          <a:p>
            <a:r>
              <a:rPr lang="en-US" dirty="0"/>
              <a:t>LUKE 18:37-38</a:t>
            </a:r>
          </a:p>
        </p:txBody>
      </p:sp>
      <p:sp>
        <p:nvSpPr>
          <p:cNvPr id="3" name="Content Placeholder 2">
            <a:extLst>
              <a:ext uri="{FF2B5EF4-FFF2-40B4-BE49-F238E27FC236}">
                <a16:creationId xmlns:a16="http://schemas.microsoft.com/office/drawing/2014/main" id="{45EBE48E-072A-5D73-0031-39F1FCD7D484}"/>
              </a:ext>
            </a:extLst>
          </p:cNvPr>
          <p:cNvSpPr>
            <a:spLocks noGrp="1"/>
          </p:cNvSpPr>
          <p:nvPr>
            <p:ph idx="1"/>
          </p:nvPr>
        </p:nvSpPr>
        <p:spPr>
          <a:xfrm>
            <a:off x="0" y="5382180"/>
            <a:ext cx="12192000" cy="1475820"/>
          </a:xfrm>
        </p:spPr>
        <p:txBody>
          <a:bodyPr/>
          <a:lstStyle/>
          <a:p>
            <a:pPr marL="0" indent="0">
              <a:buNone/>
            </a:pPr>
            <a:r>
              <a:rPr lang="en-US" b="1" baseline="30000" dirty="0"/>
              <a:t>37 </a:t>
            </a:r>
            <a:r>
              <a:rPr lang="en-US" dirty="0"/>
              <a:t>They told him, “Jesus of Nazareth is passing by.” </a:t>
            </a:r>
            <a:r>
              <a:rPr lang="en-US" b="1" baseline="30000" dirty="0"/>
              <a:t>38 </a:t>
            </a:r>
            <a:r>
              <a:rPr lang="en-US" dirty="0"/>
              <a:t>And he cried out, “Jesus, Son of David, have mercy on me!” </a:t>
            </a:r>
          </a:p>
        </p:txBody>
      </p:sp>
    </p:spTree>
    <p:extLst>
      <p:ext uri="{BB962C8B-B14F-4D97-AF65-F5344CB8AC3E}">
        <p14:creationId xmlns:p14="http://schemas.microsoft.com/office/powerpoint/2010/main" val="1443194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C3617-B767-E8C9-ACE8-0EBD4517D2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E444FC-BA25-6BA4-9954-5E59389C2502}"/>
              </a:ext>
            </a:extLst>
          </p:cNvPr>
          <p:cNvSpPr>
            <a:spLocks noGrp="1"/>
          </p:cNvSpPr>
          <p:nvPr>
            <p:ph type="title"/>
          </p:nvPr>
        </p:nvSpPr>
        <p:spPr>
          <a:xfrm>
            <a:off x="0" y="4898854"/>
            <a:ext cx="12192000" cy="483325"/>
          </a:xfrm>
        </p:spPr>
        <p:txBody>
          <a:bodyPr/>
          <a:lstStyle/>
          <a:p>
            <a:r>
              <a:rPr lang="en-US" dirty="0"/>
              <a:t>LUKE 18:39-40</a:t>
            </a:r>
          </a:p>
        </p:txBody>
      </p:sp>
      <p:sp>
        <p:nvSpPr>
          <p:cNvPr id="3" name="Content Placeholder 2">
            <a:extLst>
              <a:ext uri="{FF2B5EF4-FFF2-40B4-BE49-F238E27FC236}">
                <a16:creationId xmlns:a16="http://schemas.microsoft.com/office/drawing/2014/main" id="{A73F26D9-B008-AAB5-828C-AF3D2EE47EB4}"/>
              </a:ext>
            </a:extLst>
          </p:cNvPr>
          <p:cNvSpPr>
            <a:spLocks noGrp="1"/>
          </p:cNvSpPr>
          <p:nvPr>
            <p:ph idx="1"/>
          </p:nvPr>
        </p:nvSpPr>
        <p:spPr>
          <a:xfrm>
            <a:off x="0" y="5382180"/>
            <a:ext cx="12192000" cy="1475820"/>
          </a:xfrm>
        </p:spPr>
        <p:txBody>
          <a:bodyPr/>
          <a:lstStyle/>
          <a:p>
            <a:pPr marL="0" indent="0">
              <a:buNone/>
            </a:pPr>
            <a:r>
              <a:rPr lang="en-US" b="1" baseline="30000" dirty="0"/>
              <a:t>39 </a:t>
            </a:r>
            <a:r>
              <a:rPr lang="en-US" dirty="0"/>
              <a:t>And those who were in front rebuked him, telling him to be silent. But he cried out all the more, “Son of David, have mercy on me!” </a:t>
            </a:r>
            <a:r>
              <a:rPr lang="en-US" b="1" baseline="30000" dirty="0"/>
              <a:t>40 </a:t>
            </a:r>
            <a:r>
              <a:rPr lang="en-US" dirty="0"/>
              <a:t>And Jesus stopped and commanded him to be brought to him. And when he came near, he asked him, </a:t>
            </a:r>
          </a:p>
        </p:txBody>
      </p:sp>
    </p:spTree>
    <p:extLst>
      <p:ext uri="{BB962C8B-B14F-4D97-AF65-F5344CB8AC3E}">
        <p14:creationId xmlns:p14="http://schemas.microsoft.com/office/powerpoint/2010/main" val="1124008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EAD7B-F15E-81F2-2CDA-D057023090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5756-56F9-AF05-87EE-999237FC1BB5}"/>
              </a:ext>
            </a:extLst>
          </p:cNvPr>
          <p:cNvSpPr>
            <a:spLocks noGrp="1"/>
          </p:cNvSpPr>
          <p:nvPr>
            <p:ph type="title"/>
          </p:nvPr>
        </p:nvSpPr>
        <p:spPr>
          <a:xfrm>
            <a:off x="0" y="4898854"/>
            <a:ext cx="12192000" cy="483325"/>
          </a:xfrm>
        </p:spPr>
        <p:txBody>
          <a:bodyPr/>
          <a:lstStyle/>
          <a:p>
            <a:r>
              <a:rPr lang="en-US" dirty="0"/>
              <a:t>LUKE 18:41-42</a:t>
            </a:r>
          </a:p>
        </p:txBody>
      </p:sp>
      <p:sp>
        <p:nvSpPr>
          <p:cNvPr id="3" name="Content Placeholder 2">
            <a:extLst>
              <a:ext uri="{FF2B5EF4-FFF2-40B4-BE49-F238E27FC236}">
                <a16:creationId xmlns:a16="http://schemas.microsoft.com/office/drawing/2014/main" id="{1255106E-2E0A-404D-3ED9-B4505486DA4F}"/>
              </a:ext>
            </a:extLst>
          </p:cNvPr>
          <p:cNvSpPr>
            <a:spLocks noGrp="1"/>
          </p:cNvSpPr>
          <p:nvPr>
            <p:ph idx="1"/>
          </p:nvPr>
        </p:nvSpPr>
        <p:spPr>
          <a:xfrm>
            <a:off x="0" y="5382180"/>
            <a:ext cx="12192000" cy="1475820"/>
          </a:xfrm>
        </p:spPr>
        <p:txBody>
          <a:bodyPr/>
          <a:lstStyle/>
          <a:p>
            <a:pPr marL="0" indent="0">
              <a:buNone/>
            </a:pPr>
            <a:r>
              <a:rPr lang="en-US" dirty="0"/>
              <a:t> </a:t>
            </a:r>
            <a:r>
              <a:rPr lang="en-US" b="1" baseline="30000" dirty="0"/>
              <a:t>41 </a:t>
            </a:r>
            <a:r>
              <a:rPr lang="en-US" dirty="0"/>
              <a:t>“What do you want me to do for you?” He said, “Lord, let me recover my sight.” </a:t>
            </a:r>
            <a:r>
              <a:rPr lang="en-US" b="1" baseline="30000" dirty="0"/>
              <a:t>42 </a:t>
            </a:r>
            <a:r>
              <a:rPr lang="en-US" dirty="0"/>
              <a:t>And Jesus said to him, “Recover your sight; your faith has made you well.”</a:t>
            </a:r>
          </a:p>
        </p:txBody>
      </p:sp>
    </p:spTree>
    <p:extLst>
      <p:ext uri="{BB962C8B-B14F-4D97-AF65-F5344CB8AC3E}">
        <p14:creationId xmlns:p14="http://schemas.microsoft.com/office/powerpoint/2010/main" val="58839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4DC67-BA98-1E37-9E8B-6178535FB6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C29547-FD83-2722-9ADA-C1531F6EA4DC}"/>
              </a:ext>
            </a:extLst>
          </p:cNvPr>
          <p:cNvSpPr>
            <a:spLocks noGrp="1"/>
          </p:cNvSpPr>
          <p:nvPr>
            <p:ph type="title"/>
          </p:nvPr>
        </p:nvSpPr>
        <p:spPr>
          <a:xfrm>
            <a:off x="0" y="4898854"/>
            <a:ext cx="12192000" cy="483325"/>
          </a:xfrm>
        </p:spPr>
        <p:txBody>
          <a:bodyPr/>
          <a:lstStyle/>
          <a:p>
            <a:r>
              <a:rPr lang="en-US" dirty="0"/>
              <a:t>LUKE 18:43</a:t>
            </a:r>
          </a:p>
        </p:txBody>
      </p:sp>
      <p:sp>
        <p:nvSpPr>
          <p:cNvPr id="3" name="Content Placeholder 2">
            <a:extLst>
              <a:ext uri="{FF2B5EF4-FFF2-40B4-BE49-F238E27FC236}">
                <a16:creationId xmlns:a16="http://schemas.microsoft.com/office/drawing/2014/main" id="{2DBFDCE1-2D25-3DB5-B715-D9AC246FDAD1}"/>
              </a:ext>
            </a:extLst>
          </p:cNvPr>
          <p:cNvSpPr>
            <a:spLocks noGrp="1"/>
          </p:cNvSpPr>
          <p:nvPr>
            <p:ph idx="1"/>
          </p:nvPr>
        </p:nvSpPr>
        <p:spPr>
          <a:xfrm>
            <a:off x="0" y="5382180"/>
            <a:ext cx="12192000" cy="1475820"/>
          </a:xfrm>
        </p:spPr>
        <p:txBody>
          <a:bodyPr/>
          <a:lstStyle/>
          <a:p>
            <a:pPr marL="0" indent="0">
              <a:buNone/>
            </a:pPr>
            <a:r>
              <a:rPr lang="en-US" b="1" baseline="30000" dirty="0"/>
              <a:t>43 </a:t>
            </a:r>
            <a:r>
              <a:rPr lang="en-US" dirty="0"/>
              <a:t>And immediately he recovered his sight and followed him, glorifying God. And all the people, when they saw it, gave praise to God.</a:t>
            </a:r>
          </a:p>
        </p:txBody>
      </p:sp>
    </p:spTree>
    <p:extLst>
      <p:ext uri="{BB962C8B-B14F-4D97-AF65-F5344CB8AC3E}">
        <p14:creationId xmlns:p14="http://schemas.microsoft.com/office/powerpoint/2010/main" val="814773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45E5C-3C06-C75E-D120-2E7C69198C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636C02-B0CA-67DE-6F37-15006E980C8A}"/>
              </a:ext>
            </a:extLst>
          </p:cNvPr>
          <p:cNvSpPr>
            <a:spLocks noGrp="1"/>
          </p:cNvSpPr>
          <p:nvPr>
            <p:ph type="title"/>
          </p:nvPr>
        </p:nvSpPr>
        <p:spPr>
          <a:xfrm>
            <a:off x="0" y="4898854"/>
            <a:ext cx="12192000" cy="483325"/>
          </a:xfrm>
        </p:spPr>
        <p:txBody>
          <a:bodyPr/>
          <a:lstStyle/>
          <a:p>
            <a:r>
              <a:rPr lang="en-US" dirty="0"/>
              <a:t>LUKE 19:1-2</a:t>
            </a:r>
          </a:p>
        </p:txBody>
      </p:sp>
      <p:sp>
        <p:nvSpPr>
          <p:cNvPr id="3" name="Content Placeholder 2">
            <a:extLst>
              <a:ext uri="{FF2B5EF4-FFF2-40B4-BE49-F238E27FC236}">
                <a16:creationId xmlns:a16="http://schemas.microsoft.com/office/drawing/2014/main" id="{EC6711FC-85F7-A479-2754-C86837870720}"/>
              </a:ext>
            </a:extLst>
          </p:cNvPr>
          <p:cNvSpPr>
            <a:spLocks noGrp="1"/>
          </p:cNvSpPr>
          <p:nvPr>
            <p:ph idx="1"/>
          </p:nvPr>
        </p:nvSpPr>
        <p:spPr>
          <a:xfrm>
            <a:off x="0" y="5382180"/>
            <a:ext cx="12192000" cy="1475820"/>
          </a:xfrm>
        </p:spPr>
        <p:txBody>
          <a:bodyPr/>
          <a:lstStyle/>
          <a:p>
            <a:pPr marL="0" indent="0">
              <a:buNone/>
            </a:pPr>
            <a:r>
              <a:rPr lang="en-US" sz="1800" dirty="0"/>
              <a:t>1</a:t>
            </a:r>
            <a:r>
              <a:rPr lang="en-US" dirty="0"/>
              <a:t>He entered Jericho and was passing through. </a:t>
            </a:r>
            <a:r>
              <a:rPr lang="en-US" b="1" baseline="30000" dirty="0"/>
              <a:t>2 </a:t>
            </a:r>
            <a:r>
              <a:rPr lang="en-US" dirty="0"/>
              <a:t>And behold, there was a man named Zacchaeus. He was a chief tax collector and was rich.</a:t>
            </a:r>
          </a:p>
        </p:txBody>
      </p:sp>
    </p:spTree>
    <p:extLst>
      <p:ext uri="{BB962C8B-B14F-4D97-AF65-F5344CB8AC3E}">
        <p14:creationId xmlns:p14="http://schemas.microsoft.com/office/powerpoint/2010/main" val="3579698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4291D-A780-A33F-5F96-761E90E116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103AB8-2440-9FC1-C69A-7BFB6D0AA029}"/>
              </a:ext>
            </a:extLst>
          </p:cNvPr>
          <p:cNvSpPr>
            <a:spLocks noGrp="1"/>
          </p:cNvSpPr>
          <p:nvPr>
            <p:ph type="title"/>
          </p:nvPr>
        </p:nvSpPr>
        <p:spPr>
          <a:xfrm>
            <a:off x="0" y="4898854"/>
            <a:ext cx="12192000" cy="483325"/>
          </a:xfrm>
        </p:spPr>
        <p:txBody>
          <a:bodyPr/>
          <a:lstStyle/>
          <a:p>
            <a:r>
              <a:rPr lang="en-US" dirty="0"/>
              <a:t>LUKE 19:3-4</a:t>
            </a:r>
          </a:p>
        </p:txBody>
      </p:sp>
      <p:sp>
        <p:nvSpPr>
          <p:cNvPr id="3" name="Content Placeholder 2">
            <a:extLst>
              <a:ext uri="{FF2B5EF4-FFF2-40B4-BE49-F238E27FC236}">
                <a16:creationId xmlns:a16="http://schemas.microsoft.com/office/drawing/2014/main" id="{C4E5AB7C-FF01-2365-062C-F74C676DF1DC}"/>
              </a:ext>
            </a:extLst>
          </p:cNvPr>
          <p:cNvSpPr>
            <a:spLocks noGrp="1"/>
          </p:cNvSpPr>
          <p:nvPr>
            <p:ph idx="1"/>
          </p:nvPr>
        </p:nvSpPr>
        <p:spPr>
          <a:xfrm>
            <a:off x="0" y="5382180"/>
            <a:ext cx="12192000" cy="1475820"/>
          </a:xfrm>
        </p:spPr>
        <p:txBody>
          <a:bodyPr/>
          <a:lstStyle/>
          <a:p>
            <a:pPr marL="0" indent="0">
              <a:buNone/>
            </a:pPr>
            <a:r>
              <a:rPr lang="en-US" b="1" baseline="30000" dirty="0"/>
              <a:t>3 </a:t>
            </a:r>
            <a:r>
              <a:rPr lang="en-US" dirty="0"/>
              <a:t>And he was seeking to see who Jesus was, but on account of the crowd he could not, because he was small in stature. </a:t>
            </a:r>
            <a:r>
              <a:rPr lang="en-US" b="1" baseline="30000" dirty="0"/>
              <a:t>4 </a:t>
            </a:r>
            <a:r>
              <a:rPr lang="en-US" dirty="0"/>
              <a:t>So he ran on ahead and climbed up into a sycamore tree to see him, for he was about to pass that way.</a:t>
            </a:r>
          </a:p>
        </p:txBody>
      </p:sp>
    </p:spTree>
    <p:extLst>
      <p:ext uri="{BB962C8B-B14F-4D97-AF65-F5344CB8AC3E}">
        <p14:creationId xmlns:p14="http://schemas.microsoft.com/office/powerpoint/2010/main" val="2414320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7678F-B829-245F-931D-E1D6527AEB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6BB7EC-AFC3-3D70-64D5-DC7BDA4D6771}"/>
              </a:ext>
            </a:extLst>
          </p:cNvPr>
          <p:cNvSpPr>
            <a:spLocks noGrp="1"/>
          </p:cNvSpPr>
          <p:nvPr>
            <p:ph type="title"/>
          </p:nvPr>
        </p:nvSpPr>
        <p:spPr>
          <a:xfrm>
            <a:off x="0" y="4898854"/>
            <a:ext cx="12192000" cy="483325"/>
          </a:xfrm>
        </p:spPr>
        <p:txBody>
          <a:bodyPr/>
          <a:lstStyle/>
          <a:p>
            <a:r>
              <a:rPr lang="en-US" dirty="0"/>
              <a:t>LUKE 19:5-6</a:t>
            </a:r>
          </a:p>
        </p:txBody>
      </p:sp>
      <p:sp>
        <p:nvSpPr>
          <p:cNvPr id="3" name="Content Placeholder 2">
            <a:extLst>
              <a:ext uri="{FF2B5EF4-FFF2-40B4-BE49-F238E27FC236}">
                <a16:creationId xmlns:a16="http://schemas.microsoft.com/office/drawing/2014/main" id="{850DED8C-FC9E-8757-FA03-72D9E572F86E}"/>
              </a:ext>
            </a:extLst>
          </p:cNvPr>
          <p:cNvSpPr>
            <a:spLocks noGrp="1"/>
          </p:cNvSpPr>
          <p:nvPr>
            <p:ph idx="1"/>
          </p:nvPr>
        </p:nvSpPr>
        <p:spPr>
          <a:xfrm>
            <a:off x="0" y="5382180"/>
            <a:ext cx="12192000" cy="1475820"/>
          </a:xfrm>
        </p:spPr>
        <p:txBody>
          <a:bodyPr/>
          <a:lstStyle/>
          <a:p>
            <a:pPr marL="0" indent="0">
              <a:buNone/>
            </a:pPr>
            <a:r>
              <a:rPr lang="en-US" b="1" baseline="30000" dirty="0"/>
              <a:t>5 </a:t>
            </a:r>
            <a:r>
              <a:rPr lang="en-US" dirty="0"/>
              <a:t>And when Jesus came to the place, he looked up and said to him, “Zacchaeus, hurry and come down, for I must stay at your house today.” </a:t>
            </a:r>
            <a:r>
              <a:rPr lang="en-US" b="1" baseline="30000" dirty="0"/>
              <a:t>6 </a:t>
            </a:r>
            <a:r>
              <a:rPr lang="en-US" dirty="0"/>
              <a:t>So he hurried and came down and received him joyfully.</a:t>
            </a:r>
          </a:p>
        </p:txBody>
      </p:sp>
    </p:spTree>
    <p:extLst>
      <p:ext uri="{BB962C8B-B14F-4D97-AF65-F5344CB8AC3E}">
        <p14:creationId xmlns:p14="http://schemas.microsoft.com/office/powerpoint/2010/main" val="4288647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9704F-E523-C2DE-2A13-8F7FE53B43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6C08D-598D-C99C-D1E8-2740ABB93B01}"/>
              </a:ext>
            </a:extLst>
          </p:cNvPr>
          <p:cNvSpPr>
            <a:spLocks noGrp="1"/>
          </p:cNvSpPr>
          <p:nvPr>
            <p:ph type="title"/>
          </p:nvPr>
        </p:nvSpPr>
        <p:spPr>
          <a:xfrm>
            <a:off x="0" y="4898854"/>
            <a:ext cx="12192000" cy="483325"/>
          </a:xfrm>
        </p:spPr>
        <p:txBody>
          <a:bodyPr/>
          <a:lstStyle/>
          <a:p>
            <a:r>
              <a:rPr lang="en-US" dirty="0"/>
              <a:t>LUKE 19:5-6</a:t>
            </a:r>
          </a:p>
        </p:txBody>
      </p:sp>
      <p:sp>
        <p:nvSpPr>
          <p:cNvPr id="3" name="Content Placeholder 2">
            <a:extLst>
              <a:ext uri="{FF2B5EF4-FFF2-40B4-BE49-F238E27FC236}">
                <a16:creationId xmlns:a16="http://schemas.microsoft.com/office/drawing/2014/main" id="{3071C551-DB46-7E1E-7AB5-F333D1AADB39}"/>
              </a:ext>
            </a:extLst>
          </p:cNvPr>
          <p:cNvSpPr>
            <a:spLocks noGrp="1"/>
          </p:cNvSpPr>
          <p:nvPr>
            <p:ph idx="1"/>
          </p:nvPr>
        </p:nvSpPr>
        <p:spPr>
          <a:xfrm>
            <a:off x="0" y="5382180"/>
            <a:ext cx="12192000" cy="1475820"/>
          </a:xfrm>
        </p:spPr>
        <p:txBody>
          <a:bodyPr/>
          <a:lstStyle/>
          <a:p>
            <a:pPr marL="0" indent="0">
              <a:buNone/>
            </a:pPr>
            <a:r>
              <a:rPr lang="en-US" b="1" baseline="30000" dirty="0"/>
              <a:t>5 </a:t>
            </a:r>
            <a:r>
              <a:rPr lang="en-US" dirty="0"/>
              <a:t>And when Jesus came to the place, he looked up and said to him, “Zacchaeus, hurry and come down, for I must stay at your house today.” </a:t>
            </a:r>
            <a:r>
              <a:rPr lang="en-US" b="1" baseline="30000" dirty="0"/>
              <a:t>6 </a:t>
            </a:r>
            <a:r>
              <a:rPr lang="en-US" dirty="0"/>
              <a:t>So he hurried and came down and received him joyfully.</a:t>
            </a:r>
          </a:p>
        </p:txBody>
      </p:sp>
    </p:spTree>
    <p:extLst>
      <p:ext uri="{BB962C8B-B14F-4D97-AF65-F5344CB8AC3E}">
        <p14:creationId xmlns:p14="http://schemas.microsoft.com/office/powerpoint/2010/main" val="1595447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34DC0-A6B6-9C3A-BD55-7252F47614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33F853-C2C2-2ACD-0F0F-F22AA0A233E8}"/>
              </a:ext>
            </a:extLst>
          </p:cNvPr>
          <p:cNvSpPr>
            <a:spLocks noGrp="1"/>
          </p:cNvSpPr>
          <p:nvPr>
            <p:ph type="title"/>
          </p:nvPr>
        </p:nvSpPr>
        <p:spPr>
          <a:xfrm>
            <a:off x="0" y="4898854"/>
            <a:ext cx="12192000" cy="483325"/>
          </a:xfrm>
        </p:spPr>
        <p:txBody>
          <a:bodyPr/>
          <a:lstStyle/>
          <a:p>
            <a:r>
              <a:rPr lang="en-US" dirty="0"/>
              <a:t>LUKE 19:7-8</a:t>
            </a:r>
          </a:p>
        </p:txBody>
      </p:sp>
      <p:sp>
        <p:nvSpPr>
          <p:cNvPr id="3" name="Content Placeholder 2">
            <a:extLst>
              <a:ext uri="{FF2B5EF4-FFF2-40B4-BE49-F238E27FC236}">
                <a16:creationId xmlns:a16="http://schemas.microsoft.com/office/drawing/2014/main" id="{4A373882-E92B-5A70-BFFD-E2758A33EBAE}"/>
              </a:ext>
            </a:extLst>
          </p:cNvPr>
          <p:cNvSpPr>
            <a:spLocks noGrp="1"/>
          </p:cNvSpPr>
          <p:nvPr>
            <p:ph idx="1"/>
          </p:nvPr>
        </p:nvSpPr>
        <p:spPr>
          <a:xfrm>
            <a:off x="0" y="5382180"/>
            <a:ext cx="12192000" cy="1475820"/>
          </a:xfrm>
        </p:spPr>
        <p:txBody>
          <a:bodyPr/>
          <a:lstStyle/>
          <a:p>
            <a:pPr marL="0" indent="0">
              <a:buNone/>
            </a:pPr>
            <a:r>
              <a:rPr lang="en-US" b="1" baseline="30000" dirty="0"/>
              <a:t>7 </a:t>
            </a:r>
            <a:r>
              <a:rPr lang="en-US" dirty="0"/>
              <a:t>And when they saw it, they all grumbled, “He has gone in to be the guest of a man who is a sinner.” </a:t>
            </a:r>
            <a:r>
              <a:rPr lang="en-US" b="1" baseline="30000" dirty="0"/>
              <a:t>8 </a:t>
            </a:r>
            <a:r>
              <a:rPr lang="en-US" dirty="0"/>
              <a:t>And Zacchaeus stood and said to the Lord, “Behold, Lord, the half of my goods I give to the poor. And if I have defrauded anyone of anything, I restore it fourfold.”</a:t>
            </a:r>
          </a:p>
        </p:txBody>
      </p:sp>
    </p:spTree>
    <p:extLst>
      <p:ext uri="{BB962C8B-B14F-4D97-AF65-F5344CB8AC3E}">
        <p14:creationId xmlns:p14="http://schemas.microsoft.com/office/powerpoint/2010/main" val="4156638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A7773-EBC5-B35A-D982-B2AB61FFC7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343757-1A75-C68C-3D0E-FD21CBD54727}"/>
              </a:ext>
            </a:extLst>
          </p:cNvPr>
          <p:cNvSpPr>
            <a:spLocks noGrp="1"/>
          </p:cNvSpPr>
          <p:nvPr>
            <p:ph type="title"/>
          </p:nvPr>
        </p:nvSpPr>
        <p:spPr>
          <a:xfrm>
            <a:off x="0" y="4898854"/>
            <a:ext cx="12192000" cy="483325"/>
          </a:xfrm>
        </p:spPr>
        <p:txBody>
          <a:bodyPr/>
          <a:lstStyle/>
          <a:p>
            <a:r>
              <a:rPr lang="en-US" dirty="0"/>
              <a:t>LUKE 19:9-10</a:t>
            </a:r>
          </a:p>
        </p:txBody>
      </p:sp>
      <p:sp>
        <p:nvSpPr>
          <p:cNvPr id="3" name="Content Placeholder 2">
            <a:extLst>
              <a:ext uri="{FF2B5EF4-FFF2-40B4-BE49-F238E27FC236}">
                <a16:creationId xmlns:a16="http://schemas.microsoft.com/office/drawing/2014/main" id="{527171AF-E77F-B8BF-A979-79381466B7BE}"/>
              </a:ext>
            </a:extLst>
          </p:cNvPr>
          <p:cNvSpPr>
            <a:spLocks noGrp="1"/>
          </p:cNvSpPr>
          <p:nvPr>
            <p:ph idx="1"/>
          </p:nvPr>
        </p:nvSpPr>
        <p:spPr>
          <a:xfrm>
            <a:off x="0" y="5382180"/>
            <a:ext cx="12192000" cy="1475820"/>
          </a:xfrm>
        </p:spPr>
        <p:txBody>
          <a:bodyPr/>
          <a:lstStyle/>
          <a:p>
            <a:pPr marL="0" indent="0">
              <a:buNone/>
            </a:pPr>
            <a:r>
              <a:rPr lang="en-US" b="1" baseline="30000" dirty="0"/>
              <a:t>9 </a:t>
            </a:r>
            <a:r>
              <a:rPr lang="en-US" dirty="0"/>
              <a:t>And Jesus said to him, “Today salvation has come to this house, since he also is a son of Abraham. </a:t>
            </a:r>
            <a:r>
              <a:rPr lang="en-US" b="1" baseline="30000" dirty="0"/>
              <a:t>10 </a:t>
            </a:r>
            <a:r>
              <a:rPr lang="en-US" dirty="0"/>
              <a:t>For the Son of Man came to seek and to save the lost.”</a:t>
            </a:r>
          </a:p>
        </p:txBody>
      </p:sp>
    </p:spTree>
    <p:extLst>
      <p:ext uri="{BB962C8B-B14F-4D97-AF65-F5344CB8AC3E}">
        <p14:creationId xmlns:p14="http://schemas.microsoft.com/office/powerpoint/2010/main" val="6678273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607</Words>
  <Application>Microsoft Office PowerPoint</Application>
  <PresentationFormat>Widescreen</PresentationFormat>
  <Paragraphs>27</Paragraphs>
  <Slides>14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PowerPoint Presentation</vt:lpstr>
      <vt:lpstr>LUKE 18:31-32</vt:lpstr>
      <vt:lpstr>LUKE 18:33-34</vt:lpstr>
      <vt:lpstr>LUKE 18:35-36</vt:lpstr>
      <vt:lpstr>LUKE 18:37-38</vt:lpstr>
      <vt:lpstr>LUKE 18:39-40</vt:lpstr>
      <vt:lpstr>LUKE 18:41-42</vt:lpstr>
      <vt:lpstr>LUKE 18:43</vt:lpstr>
      <vt:lpstr>LUKE 19:1-2</vt:lpstr>
      <vt:lpstr>LUKE 19:3-4</vt:lpstr>
      <vt:lpstr>LUKE 19:5-6</vt:lpstr>
      <vt:lpstr>LUKE 19:5-6</vt:lpstr>
      <vt:lpstr>LUKE 19:7-8</vt:lpstr>
      <vt:lpstr>LUKE 19:9-10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Subha Thanuku</dc:creator>
  <cp:lastModifiedBy>Subha Thanuku</cp:lastModifiedBy>
  <cp:revision>1</cp:revision>
  <dcterms:created xsi:type="dcterms:W3CDTF">2025-11-25T17:52:45Z</dcterms:created>
  <dcterms:modified xsi:type="dcterms:W3CDTF">2025-11-25T18:13:24Z</dcterms:modified>
</cp:coreProperties>
</file>